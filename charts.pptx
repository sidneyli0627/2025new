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ping Li" initials="gL" lastIdx="1" clrIdx="0">
    <p:extLst>
      <p:ext uri="{19B8F6BF-5375-455C-9EA6-DF929625EA0E}">
        <p15:presenceInfo xmlns:p15="http://schemas.microsoft.com/office/powerpoint/2012/main" userId="e9e363da6eeb675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64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EE0C05-C51D-F4AB-B0E2-6365E4428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2A3DCD-E64D-9DF7-CC27-17E4FD8054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963307-FA42-A72B-174C-0E0DF5002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6CC1-57E3-415D-80D8-D65D4971E395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7A847F-27B3-8AA1-9D8C-AE85311E4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E284EF-2A92-B564-D9D4-6102D037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29CDC-E64F-461B-8E4F-53CF07D07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499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D892A6-5347-0DA6-279A-366C32731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3C137F-0A13-7BE8-601A-8A9D63D64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B73DB3-8DBD-CBA9-B5B3-97124F98A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6CC1-57E3-415D-80D8-D65D4971E395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4B49D7-DF77-EDC6-FB28-21C9E4CAF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EE8D91-4763-B7E7-2631-13A7D9BB4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29CDC-E64F-461B-8E4F-53CF07D07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352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E34DDB-29C9-C59B-6EBA-B49F81BE7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7DDCC8-8DCB-95F5-4362-F0B718FB6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F2EA2E-F2AC-D557-3D6A-A37745DB9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6CC1-57E3-415D-80D8-D65D4971E395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7E08CD-D09B-5BB0-3EF8-B30359FF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A10CB2-7218-4959-E43C-4073E256D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29CDC-E64F-461B-8E4F-53CF07D07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915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6886A9-4388-454C-72C1-460D80C2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68D6D2-A61E-0564-C943-9CE1F30337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864BD3-D54E-A443-94AD-B5EF1FFB96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03250B-8E80-0A12-54AC-3D84B4B6B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6CC1-57E3-415D-80D8-D65D4971E395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A4DD86-FF94-E500-4704-FB0EF99FA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F0B089-F6A2-BD6D-D229-ECA83C137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29CDC-E64F-461B-8E4F-53CF07D07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799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448689-09B9-86F5-BD6E-F64F5BFB9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2142DF-C030-4269-5C5A-960E11749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B7F7155-2742-562B-9861-46F2F3823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DA7F496-80E2-9FC6-9859-6135741512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A27B1C9-30C9-52B9-D026-CC5EA27F21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A33A902-6111-DF50-6E3C-F766F536B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6CC1-57E3-415D-80D8-D65D4971E395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C7625C4-8B08-B401-DD76-E249781AC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46F2421-24AE-9004-78FC-CBE8768AD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29CDC-E64F-461B-8E4F-53CF07D07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314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D27FCF-EA16-88ED-20C9-E29B89FA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CDBF960-C958-D489-0787-F2737F6B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6CC1-57E3-415D-80D8-D65D4971E395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A51A51-12D9-D9F6-ECE0-C3DD780EC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D68F2D9-8E53-0F73-ED48-801C1FD34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29CDC-E64F-461B-8E4F-53CF07D07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153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D221B3D-A93F-67C2-5BFC-852AD4719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6CC1-57E3-415D-80D8-D65D4971E395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434671-FE79-DF54-0803-3B9171EBE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77B59B-D942-644C-F6C8-1CB7ADFAB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29CDC-E64F-461B-8E4F-53CF07D07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5430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0E11C4-315B-BCA1-5A9B-365A98D9F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CBB53B-4B80-1D0A-A50C-39078A268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012343-31E9-F232-3580-1D3C040AE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A515E7-9490-7CE8-5875-5999EF76A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6CC1-57E3-415D-80D8-D65D4971E395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D4AFF7-C0C8-CC40-2A6D-DD1104E6C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017830-FBF7-2F36-0A45-2E0096BEA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29CDC-E64F-461B-8E4F-53CF07D07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1536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8EB1D0-F1A9-0F25-45D4-778B3739C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FE76AC0-0C9E-5470-1A20-1B82A7F894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CCAAC4-5A5B-19C0-0224-0B485FC0C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BDFCD2-1021-8B4A-135B-EEF8004C1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6CC1-57E3-415D-80D8-D65D4971E395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7B3EF5-6456-A20E-1E0E-416A2E116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A4B8E0-C044-D3F9-7B4B-9A63B99B1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29CDC-E64F-461B-8E4F-53CF07D07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634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9F3DC2-FAFF-BE02-A2F7-5CB005DBC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040BB4-FC48-45CD-BEE4-C32F643096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BB66EC-D01C-245C-8864-64EE8D70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6CC1-57E3-415D-80D8-D65D4971E395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E47152-094D-D565-D18C-7AF77154D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7500BE-7E1B-818C-18B8-364F9E73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29CDC-E64F-461B-8E4F-53CF07D07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282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6EAD7D7-E7B3-D1BB-27F6-89DE1C60DC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BA28F97-3795-F4EA-FEF2-057886633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172824-208B-9C9A-96FE-B25EE6BA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6CC1-57E3-415D-80D8-D65D4971E395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098403-E5C0-FCD8-EB3B-8EC64A4C6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E32686-B903-31B6-F7A1-8B82F16E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29CDC-E64F-461B-8E4F-53CF07D07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17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DBEB8AA-D0CB-058C-B7F9-6C510D94D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59AF8C-C85D-9228-ED75-8EA8B79DE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CD07B3-4178-2528-F983-B64947E8B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E96CC1-57E3-415D-80D8-D65D4971E395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8FB812-65C3-95AA-96D5-BA220A8127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29750D-F688-B84F-908B-220DDAF2E3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29CDC-E64F-461B-8E4F-53CF07D07C0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79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9A01101-27B4-BA76-B297-300226F52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2" y="115922"/>
            <a:ext cx="12041467" cy="6541731"/>
          </a:xfrm>
          <a:prstGeom prst="rect">
            <a:avLst/>
          </a:prstGeo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03941D97-F823-4B11-6D17-841DA3B34B15}"/>
              </a:ext>
            </a:extLst>
          </p:cNvPr>
          <p:cNvSpPr/>
          <p:nvPr/>
        </p:nvSpPr>
        <p:spPr>
          <a:xfrm>
            <a:off x="1602769" y="750013"/>
            <a:ext cx="339048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EC99EE2-7BD9-458C-B4A5-07C77015F107}"/>
              </a:ext>
            </a:extLst>
          </p:cNvPr>
          <p:cNvSpPr/>
          <p:nvPr/>
        </p:nvSpPr>
        <p:spPr>
          <a:xfrm>
            <a:off x="5597703" y="750012"/>
            <a:ext cx="339048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6DC345E-2352-D7AD-3DAE-B2409FF4B6FF}"/>
              </a:ext>
            </a:extLst>
          </p:cNvPr>
          <p:cNvSpPr/>
          <p:nvPr/>
        </p:nvSpPr>
        <p:spPr>
          <a:xfrm>
            <a:off x="3454544" y="750012"/>
            <a:ext cx="339048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3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B41B567-A746-01C5-0FD6-D9C0E1EA3231}"/>
              </a:ext>
            </a:extLst>
          </p:cNvPr>
          <p:cNvSpPr/>
          <p:nvPr/>
        </p:nvSpPr>
        <p:spPr>
          <a:xfrm>
            <a:off x="7866579" y="799672"/>
            <a:ext cx="339048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4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CCFAA75-8057-E8E8-B865-61E254A6E674}"/>
              </a:ext>
            </a:extLst>
          </p:cNvPr>
          <p:cNvSpPr/>
          <p:nvPr/>
        </p:nvSpPr>
        <p:spPr>
          <a:xfrm>
            <a:off x="7905965" y="1116456"/>
            <a:ext cx="339048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5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D4560BD-68DE-7A73-3806-1399889E66EA}"/>
              </a:ext>
            </a:extLst>
          </p:cNvPr>
          <p:cNvSpPr/>
          <p:nvPr/>
        </p:nvSpPr>
        <p:spPr>
          <a:xfrm>
            <a:off x="3580540" y="2205516"/>
            <a:ext cx="339048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6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D2E110B-70FB-4A53-749A-8C776520720A}"/>
              </a:ext>
            </a:extLst>
          </p:cNvPr>
          <p:cNvSpPr/>
          <p:nvPr/>
        </p:nvSpPr>
        <p:spPr>
          <a:xfrm>
            <a:off x="2460651" y="2503471"/>
            <a:ext cx="339048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7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52BE46E-DEAD-3DF9-15F3-B7541E658A3B}"/>
              </a:ext>
            </a:extLst>
          </p:cNvPr>
          <p:cNvSpPr/>
          <p:nvPr/>
        </p:nvSpPr>
        <p:spPr>
          <a:xfrm>
            <a:off x="4947003" y="2544568"/>
            <a:ext cx="339048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8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6403BFF-9116-BB8C-6C39-8DB8E6C55210}"/>
              </a:ext>
            </a:extLst>
          </p:cNvPr>
          <p:cNvSpPr/>
          <p:nvPr/>
        </p:nvSpPr>
        <p:spPr>
          <a:xfrm>
            <a:off x="10412863" y="808234"/>
            <a:ext cx="339048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9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D93E4215-35A5-6400-499E-23F9CCA47F10}"/>
              </a:ext>
            </a:extLst>
          </p:cNvPr>
          <p:cNvSpPr/>
          <p:nvPr/>
        </p:nvSpPr>
        <p:spPr>
          <a:xfrm>
            <a:off x="9801546" y="1363038"/>
            <a:ext cx="729465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10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A13A3687-183F-3931-1605-E1729674DEC0}"/>
              </a:ext>
            </a:extLst>
          </p:cNvPr>
          <p:cNvSpPr/>
          <p:nvPr/>
        </p:nvSpPr>
        <p:spPr>
          <a:xfrm>
            <a:off x="8741598" y="4351105"/>
            <a:ext cx="729465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11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60ADC4E0-404D-554B-992C-46417B9B6EC8}"/>
              </a:ext>
            </a:extLst>
          </p:cNvPr>
          <p:cNvSpPr/>
          <p:nvPr/>
        </p:nvSpPr>
        <p:spPr>
          <a:xfrm>
            <a:off x="376696" y="1801399"/>
            <a:ext cx="729465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12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F4FC7628-107C-3C86-8020-2B32AE181085}"/>
              </a:ext>
            </a:extLst>
          </p:cNvPr>
          <p:cNvSpPr/>
          <p:nvPr/>
        </p:nvSpPr>
        <p:spPr>
          <a:xfrm>
            <a:off x="7311780" y="1883593"/>
            <a:ext cx="729465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13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78621D5C-0E2F-71C2-7B89-B6113778A479}"/>
              </a:ext>
            </a:extLst>
          </p:cNvPr>
          <p:cNvSpPr/>
          <p:nvPr/>
        </p:nvSpPr>
        <p:spPr>
          <a:xfrm>
            <a:off x="10048130" y="2034276"/>
            <a:ext cx="729465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14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99BF33BC-5A6D-DEBC-F4BE-861945781BB8}"/>
              </a:ext>
            </a:extLst>
          </p:cNvPr>
          <p:cNvSpPr/>
          <p:nvPr/>
        </p:nvSpPr>
        <p:spPr>
          <a:xfrm>
            <a:off x="9960801" y="2973169"/>
            <a:ext cx="729465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15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5EFCD8C6-2325-B6D1-C099-7551FAC0FCCC}"/>
              </a:ext>
            </a:extLst>
          </p:cNvPr>
          <p:cNvSpPr/>
          <p:nvPr/>
        </p:nvSpPr>
        <p:spPr>
          <a:xfrm>
            <a:off x="9950520" y="3988085"/>
            <a:ext cx="729465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16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FD3AA02E-8781-4C9D-018F-07826B9B458B}"/>
              </a:ext>
            </a:extLst>
          </p:cNvPr>
          <p:cNvSpPr/>
          <p:nvPr/>
        </p:nvSpPr>
        <p:spPr>
          <a:xfrm>
            <a:off x="9440246" y="4855393"/>
            <a:ext cx="729465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17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75B633A2-B9FE-BDE2-5053-22EAA7B48114}"/>
              </a:ext>
            </a:extLst>
          </p:cNvPr>
          <p:cNvSpPr/>
          <p:nvPr/>
        </p:nvSpPr>
        <p:spPr>
          <a:xfrm>
            <a:off x="9448810" y="5182451"/>
            <a:ext cx="729465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18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11925ACE-B5F4-E9E7-6338-FA555828EB86}"/>
              </a:ext>
            </a:extLst>
          </p:cNvPr>
          <p:cNvSpPr/>
          <p:nvPr/>
        </p:nvSpPr>
        <p:spPr>
          <a:xfrm>
            <a:off x="10289577" y="5057451"/>
            <a:ext cx="729465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19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8772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13B13ED-D007-2010-9D94-828F7DB2D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98" y="91328"/>
            <a:ext cx="12237370" cy="6766671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9DB6D3DE-E350-7BC1-89FA-70629B1B3EBF}"/>
              </a:ext>
            </a:extLst>
          </p:cNvPr>
          <p:cNvSpPr/>
          <p:nvPr/>
        </p:nvSpPr>
        <p:spPr>
          <a:xfrm>
            <a:off x="3852807" y="1263720"/>
            <a:ext cx="339048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D812EEF-4D69-C47D-F1E8-3D0A13BA2536}"/>
              </a:ext>
            </a:extLst>
          </p:cNvPr>
          <p:cNvSpPr/>
          <p:nvPr/>
        </p:nvSpPr>
        <p:spPr>
          <a:xfrm>
            <a:off x="7231301" y="1395572"/>
            <a:ext cx="339048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C8DB3410-2C0B-A258-E189-7A940C9137EE}"/>
              </a:ext>
            </a:extLst>
          </p:cNvPr>
          <p:cNvSpPr/>
          <p:nvPr/>
        </p:nvSpPr>
        <p:spPr>
          <a:xfrm>
            <a:off x="3933289" y="1878453"/>
            <a:ext cx="339048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3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61EC124-53F5-A56A-3175-9A56343B80A8}"/>
              </a:ext>
            </a:extLst>
          </p:cNvPr>
          <p:cNvSpPr/>
          <p:nvPr/>
        </p:nvSpPr>
        <p:spPr>
          <a:xfrm>
            <a:off x="7147398" y="1969211"/>
            <a:ext cx="339048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4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E49D0DB0-C620-40DE-1F43-BD71F12C70E0}"/>
              </a:ext>
            </a:extLst>
          </p:cNvPr>
          <p:cNvSpPr/>
          <p:nvPr/>
        </p:nvSpPr>
        <p:spPr>
          <a:xfrm>
            <a:off x="2154151" y="3541151"/>
            <a:ext cx="339048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5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CA38565-E24C-EB9F-8D06-F76E6CD85302}"/>
              </a:ext>
            </a:extLst>
          </p:cNvPr>
          <p:cNvSpPr/>
          <p:nvPr/>
        </p:nvSpPr>
        <p:spPr>
          <a:xfrm>
            <a:off x="2183263" y="3919579"/>
            <a:ext cx="339048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6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486C9D5-B3BD-9981-4A49-F9733C4032A4}"/>
              </a:ext>
            </a:extLst>
          </p:cNvPr>
          <p:cNvSpPr/>
          <p:nvPr/>
        </p:nvSpPr>
        <p:spPr>
          <a:xfrm>
            <a:off x="2191826" y="4308288"/>
            <a:ext cx="339048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7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680A7AC6-2005-EA2C-A0DC-68F69DAD5FCD}"/>
              </a:ext>
            </a:extLst>
          </p:cNvPr>
          <p:cNvSpPr/>
          <p:nvPr/>
        </p:nvSpPr>
        <p:spPr>
          <a:xfrm>
            <a:off x="3559994" y="4155881"/>
            <a:ext cx="339048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8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E5F8806-B42F-C40D-D151-9775D0FEB966}"/>
              </a:ext>
            </a:extLst>
          </p:cNvPr>
          <p:cNvSpPr/>
          <p:nvPr/>
        </p:nvSpPr>
        <p:spPr>
          <a:xfrm>
            <a:off x="5993254" y="4092526"/>
            <a:ext cx="339048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9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08A78FC3-D022-B995-9428-15355670E8E2}"/>
              </a:ext>
            </a:extLst>
          </p:cNvPr>
          <p:cNvSpPr/>
          <p:nvPr/>
        </p:nvSpPr>
        <p:spPr>
          <a:xfrm>
            <a:off x="7281138" y="4173008"/>
            <a:ext cx="753253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10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6D222AF6-FC79-10C6-F51B-71EC1F54E2B0}"/>
              </a:ext>
            </a:extLst>
          </p:cNvPr>
          <p:cNvSpPr/>
          <p:nvPr/>
        </p:nvSpPr>
        <p:spPr>
          <a:xfrm>
            <a:off x="8101354" y="3452106"/>
            <a:ext cx="753253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11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810AE95-F975-243D-4591-03DEE90EA85E}"/>
              </a:ext>
            </a:extLst>
          </p:cNvPr>
          <p:cNvSpPr/>
          <p:nvPr/>
        </p:nvSpPr>
        <p:spPr>
          <a:xfrm>
            <a:off x="8130466" y="3840809"/>
            <a:ext cx="753253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12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FB8CC913-FAA7-92D0-AC25-66FD35E2B40E}"/>
              </a:ext>
            </a:extLst>
          </p:cNvPr>
          <p:cNvSpPr/>
          <p:nvPr/>
        </p:nvSpPr>
        <p:spPr>
          <a:xfrm>
            <a:off x="8159578" y="4178142"/>
            <a:ext cx="753253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13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89D77E0E-4D0C-D85C-ADDE-42422A76F263}"/>
              </a:ext>
            </a:extLst>
          </p:cNvPr>
          <p:cNvSpPr/>
          <p:nvPr/>
        </p:nvSpPr>
        <p:spPr>
          <a:xfrm>
            <a:off x="10452428" y="2238044"/>
            <a:ext cx="753253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14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9774DCB4-8CD7-7D7D-7C64-4AB98B1115AA}"/>
              </a:ext>
            </a:extLst>
          </p:cNvPr>
          <p:cNvSpPr/>
          <p:nvPr/>
        </p:nvSpPr>
        <p:spPr>
          <a:xfrm>
            <a:off x="10154468" y="3902454"/>
            <a:ext cx="753253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15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03110AA8-D11C-E085-BB86-A8435F6A26EA}"/>
              </a:ext>
            </a:extLst>
          </p:cNvPr>
          <p:cNvSpPr/>
          <p:nvPr/>
        </p:nvSpPr>
        <p:spPr>
          <a:xfrm>
            <a:off x="10111662" y="5133639"/>
            <a:ext cx="753253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16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A0AD947E-B438-603C-6F66-C54E6E1F490E}"/>
              </a:ext>
            </a:extLst>
          </p:cNvPr>
          <p:cNvSpPr/>
          <p:nvPr/>
        </p:nvSpPr>
        <p:spPr>
          <a:xfrm>
            <a:off x="1570422" y="5256929"/>
            <a:ext cx="753253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17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61D33B5F-0454-2A11-09EA-A1BED562DD0B}"/>
              </a:ext>
            </a:extLst>
          </p:cNvPr>
          <p:cNvSpPr/>
          <p:nvPr/>
        </p:nvSpPr>
        <p:spPr>
          <a:xfrm>
            <a:off x="9351745" y="5232941"/>
            <a:ext cx="753253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18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1279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A786DF9-BF19-4207-86FC-2CB60EBF3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481" y="259710"/>
            <a:ext cx="10284431" cy="6598290"/>
          </a:xfrm>
          <a:prstGeom prst="rect">
            <a:avLst/>
          </a:prstGeom>
        </p:spPr>
      </p:pic>
      <p:sp>
        <p:nvSpPr>
          <p:cNvPr id="2" name="椭圆 1">
            <a:extLst>
              <a:ext uri="{FF2B5EF4-FFF2-40B4-BE49-F238E27FC236}">
                <a16:creationId xmlns:a16="http://schemas.microsoft.com/office/drawing/2014/main" id="{4C2EC504-BF8F-82BF-E0CB-BE4383C052E4}"/>
              </a:ext>
            </a:extLst>
          </p:cNvPr>
          <p:cNvSpPr/>
          <p:nvPr/>
        </p:nvSpPr>
        <p:spPr>
          <a:xfrm>
            <a:off x="1448657" y="1962362"/>
            <a:ext cx="339048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53FAE58-E68B-4C67-EA07-D866A4FDC657}"/>
              </a:ext>
            </a:extLst>
          </p:cNvPr>
          <p:cNvSpPr/>
          <p:nvPr/>
        </p:nvSpPr>
        <p:spPr>
          <a:xfrm>
            <a:off x="1488043" y="2361338"/>
            <a:ext cx="339048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276889B3-C1FA-131D-A523-8EDF5FA8077A}"/>
              </a:ext>
            </a:extLst>
          </p:cNvPr>
          <p:cNvSpPr/>
          <p:nvPr/>
        </p:nvSpPr>
        <p:spPr>
          <a:xfrm>
            <a:off x="1496607" y="2780863"/>
            <a:ext cx="339048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3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FF5B3662-DC3A-1DB2-67E7-EEC21C1805D7}"/>
              </a:ext>
            </a:extLst>
          </p:cNvPr>
          <p:cNvSpPr/>
          <p:nvPr/>
        </p:nvSpPr>
        <p:spPr>
          <a:xfrm>
            <a:off x="1546267" y="3251760"/>
            <a:ext cx="339048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4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BCAD643-F596-22FF-658B-D88C68AB9F43}"/>
              </a:ext>
            </a:extLst>
          </p:cNvPr>
          <p:cNvSpPr/>
          <p:nvPr/>
        </p:nvSpPr>
        <p:spPr>
          <a:xfrm>
            <a:off x="1606201" y="3609640"/>
            <a:ext cx="339048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5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F7E8387-6E38-4808-D19F-78BEB640732D}"/>
              </a:ext>
            </a:extLst>
          </p:cNvPr>
          <p:cNvSpPr/>
          <p:nvPr/>
        </p:nvSpPr>
        <p:spPr>
          <a:xfrm>
            <a:off x="1655861" y="4018891"/>
            <a:ext cx="339048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6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E281ED8-280B-EDBD-DAEE-12C630ABE083}"/>
              </a:ext>
            </a:extLst>
          </p:cNvPr>
          <p:cNvSpPr/>
          <p:nvPr/>
        </p:nvSpPr>
        <p:spPr>
          <a:xfrm>
            <a:off x="1892163" y="4799729"/>
            <a:ext cx="339048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7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C859DCF-DB5C-832A-623D-39E7DBAA04CA}"/>
              </a:ext>
            </a:extLst>
          </p:cNvPr>
          <p:cNvSpPr/>
          <p:nvPr/>
        </p:nvSpPr>
        <p:spPr>
          <a:xfrm>
            <a:off x="3698699" y="1448641"/>
            <a:ext cx="339048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8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15B1505-F5C3-8549-9B36-9C4F11E90E80}"/>
              </a:ext>
            </a:extLst>
          </p:cNvPr>
          <p:cNvSpPr/>
          <p:nvPr/>
        </p:nvSpPr>
        <p:spPr>
          <a:xfrm>
            <a:off x="3255199" y="1611315"/>
            <a:ext cx="339048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9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D630CF8-0C39-89EC-E0F5-606FD2F5D927}"/>
              </a:ext>
            </a:extLst>
          </p:cNvPr>
          <p:cNvSpPr/>
          <p:nvPr/>
        </p:nvSpPr>
        <p:spPr>
          <a:xfrm>
            <a:off x="3881920" y="4457255"/>
            <a:ext cx="638709" cy="1661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10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FA1ADF8-CAE2-7CE8-C408-A15299FCCEEC}"/>
              </a:ext>
            </a:extLst>
          </p:cNvPr>
          <p:cNvSpPr/>
          <p:nvPr/>
        </p:nvSpPr>
        <p:spPr>
          <a:xfrm>
            <a:off x="3078825" y="4897328"/>
            <a:ext cx="638709" cy="16611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11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EF1D2CA-F1D7-BCC1-BDF9-CD5F6BE11EC9}"/>
              </a:ext>
            </a:extLst>
          </p:cNvPr>
          <p:cNvSpPr/>
          <p:nvPr/>
        </p:nvSpPr>
        <p:spPr>
          <a:xfrm>
            <a:off x="3837399" y="4854522"/>
            <a:ext cx="638709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12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A666A836-E1BD-844E-820B-78F4175C7094}"/>
              </a:ext>
            </a:extLst>
          </p:cNvPr>
          <p:cNvSpPr/>
          <p:nvPr/>
        </p:nvSpPr>
        <p:spPr>
          <a:xfrm>
            <a:off x="1770581" y="5253498"/>
            <a:ext cx="638709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13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6903458D-7D75-CBF5-DE30-2735542A267B}"/>
              </a:ext>
            </a:extLst>
          </p:cNvPr>
          <p:cNvSpPr/>
          <p:nvPr/>
        </p:nvSpPr>
        <p:spPr>
          <a:xfrm>
            <a:off x="8981349" y="5159322"/>
            <a:ext cx="638709" cy="2465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14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0556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51</Words>
  <Application>Microsoft Office PowerPoint</Application>
  <PresentationFormat>宽屏</PresentationFormat>
  <Paragraphs>51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guoping Li</dc:creator>
  <cp:lastModifiedBy>guoping Li</cp:lastModifiedBy>
  <cp:revision>9</cp:revision>
  <dcterms:created xsi:type="dcterms:W3CDTF">2025-09-07T03:21:33Z</dcterms:created>
  <dcterms:modified xsi:type="dcterms:W3CDTF">2025-09-07T11:36:47Z</dcterms:modified>
</cp:coreProperties>
</file>